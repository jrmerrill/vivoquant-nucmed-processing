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3060" autoAdjust="0"/>
  </p:normalViewPr>
  <p:slideViewPr>
    <p:cSldViewPr snapToGrid="0">
      <p:cViewPr varScale="1">
        <p:scale>
          <a:sx n="103" d="100"/>
          <a:sy n="103" d="100"/>
        </p:scale>
        <p:origin x="126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tmipscale"/>
          <p:cNvSpPr>
            <a:spLocks noGrp="1"/>
          </p:cNvSpPr>
          <p:nvPr>
            <p:ph type="body" sz="quarter" idx="21" hasCustomPrompt="1"/>
          </p:nvPr>
        </p:nvSpPr>
        <p:spPr>
          <a:xfrm>
            <a:off x="5852544" y="6367110"/>
            <a:ext cx="2926080" cy="490889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19" name="2"/>
          <p:cNvSpPr>
            <a:spLocks noGrp="1"/>
          </p:cNvSpPr>
          <p:nvPr>
            <p:ph type="media" sz="quarter" idx="22"/>
          </p:nvPr>
        </p:nvSpPr>
        <p:spPr>
          <a:xfrm>
            <a:off x="5852160" y="0"/>
            <a:ext cx="29268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2926080" y="6367111"/>
            <a:ext cx="2926080" cy="490889"/>
          </a:xfrm>
        </p:spPr>
        <p:txBody>
          <a:bodyPr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11" name="1"/>
          <p:cNvSpPr>
            <a:spLocks noGrp="1"/>
          </p:cNvSpPr>
          <p:nvPr>
            <p:ph type="pic" sz="quarter" idx="18"/>
          </p:nvPr>
        </p:nvSpPr>
        <p:spPr>
          <a:xfrm>
            <a:off x="2926080" y="0"/>
            <a:ext cx="292608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429000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  <p:sp>
        <p:nvSpPr>
          <p:cNvPr id="7" name="date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938111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mip10">
            <a:extLst>
              <a:ext uri="{FF2B5EF4-FFF2-40B4-BE49-F238E27FC236}">
                <a16:creationId xmlns:a16="http://schemas.microsoft.com/office/drawing/2014/main" id="{F8ADE4E8-D63E-4348-922B-806C383EFA8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0988040" y="-3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6" name="mip9">
            <a:extLst>
              <a:ext uri="{FF2B5EF4-FFF2-40B4-BE49-F238E27FC236}">
                <a16:creationId xmlns:a16="http://schemas.microsoft.com/office/drawing/2014/main" id="{BA15E68C-49B3-4275-96CC-9D59D65138E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820656" y="-3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mip8">
            <a:extLst>
              <a:ext uri="{FF2B5EF4-FFF2-40B4-BE49-F238E27FC236}">
                <a16:creationId xmlns:a16="http://schemas.microsoft.com/office/drawing/2014/main" id="{BC620944-D33A-4511-A5F1-7EE9F532AD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650224" y="-3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mip7"/>
          <p:cNvSpPr>
            <a:spLocks noGrp="1"/>
          </p:cNvSpPr>
          <p:nvPr>
            <p:ph type="pic" sz="quarter" idx="37"/>
          </p:nvPr>
        </p:nvSpPr>
        <p:spPr>
          <a:xfrm>
            <a:off x="7479792" y="0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6309360" y="0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5138928" y="0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3968496" y="0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2798064" y="0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1627632" y="0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17043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time10">
            <a:extLst>
              <a:ext uri="{FF2B5EF4-FFF2-40B4-BE49-F238E27FC236}">
                <a16:creationId xmlns:a16="http://schemas.microsoft.com/office/drawing/2014/main" id="{5C560C18-9845-4AE4-83EF-706588E3F6A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988040" y="301749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41" name="date10">
            <a:extLst>
              <a:ext uri="{FF2B5EF4-FFF2-40B4-BE49-F238E27FC236}">
                <a16:creationId xmlns:a16="http://schemas.microsoft.com/office/drawing/2014/main" id="{176453D7-BA19-4E56-A38A-8E89430CDEB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988040" y="-3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7" name="time9">
            <a:extLst>
              <a:ext uri="{FF2B5EF4-FFF2-40B4-BE49-F238E27FC236}">
                <a16:creationId xmlns:a16="http://schemas.microsoft.com/office/drawing/2014/main" id="{5C9361B4-FA44-4EC1-B240-9F9C0AC2E34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20656" y="301749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8" name="date9">
            <a:extLst>
              <a:ext uri="{FF2B5EF4-FFF2-40B4-BE49-F238E27FC236}">
                <a16:creationId xmlns:a16="http://schemas.microsoft.com/office/drawing/2014/main" id="{F5E515CD-53AF-471E-876A-3C60F09618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20656" y="-3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5" name="time8">
            <a:extLst>
              <a:ext uri="{FF2B5EF4-FFF2-40B4-BE49-F238E27FC236}">
                <a16:creationId xmlns:a16="http://schemas.microsoft.com/office/drawing/2014/main" id="{7B759B1D-9C87-4571-BBA4-65D3AC765BE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650224" y="301749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4" name="date8">
            <a:extLst>
              <a:ext uri="{FF2B5EF4-FFF2-40B4-BE49-F238E27FC236}">
                <a16:creationId xmlns:a16="http://schemas.microsoft.com/office/drawing/2014/main" id="{F0148196-878A-4CB7-B26B-D98590A83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50224" y="-3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3" name="time7"/>
          <p:cNvSpPr>
            <a:spLocks noGrp="1"/>
          </p:cNvSpPr>
          <p:nvPr>
            <p:ph type="body" sz="quarter" idx="39" hasCustomPrompt="1"/>
          </p:nvPr>
        </p:nvSpPr>
        <p:spPr>
          <a:xfrm>
            <a:off x="7479792" y="301752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2" name="date7"/>
          <p:cNvSpPr>
            <a:spLocks noGrp="1"/>
          </p:cNvSpPr>
          <p:nvPr>
            <p:ph type="body" sz="quarter" idx="38" hasCustomPrompt="1"/>
          </p:nvPr>
        </p:nvSpPr>
        <p:spPr>
          <a:xfrm>
            <a:off x="7479792" y="0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6309360" y="301752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6309360" y="0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5138928" y="301752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5138928" y="0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3968496" y="301752"/>
            <a:ext cx="117043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3968496" y="0"/>
            <a:ext cx="1170432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2798064" y="301752"/>
            <a:ext cx="117043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2798064" y="0"/>
            <a:ext cx="117043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1627632" y="301752"/>
            <a:ext cx="117043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1627632" y="0"/>
            <a:ext cx="117043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17043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17043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6726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ip9">
            <a:extLst>
              <a:ext uri="{FF2B5EF4-FFF2-40B4-BE49-F238E27FC236}">
                <a16:creationId xmlns:a16="http://schemas.microsoft.com/office/drawing/2014/main" id="{BA15E68C-49B3-4275-96CC-9D59D65138E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0841736" y="-3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mip8">
            <a:extLst>
              <a:ext uri="{FF2B5EF4-FFF2-40B4-BE49-F238E27FC236}">
                <a16:creationId xmlns:a16="http://schemas.microsoft.com/office/drawing/2014/main" id="{BC620944-D33A-4511-A5F1-7EE9F532AD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546336" y="-3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mip7"/>
          <p:cNvSpPr>
            <a:spLocks noGrp="1"/>
          </p:cNvSpPr>
          <p:nvPr>
            <p:ph type="pic" sz="quarter" idx="37"/>
          </p:nvPr>
        </p:nvSpPr>
        <p:spPr>
          <a:xfrm>
            <a:off x="8247888" y="0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6949440" y="0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5650992" y="0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4352544" y="0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3054096" y="0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1755648" y="0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29844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7" name="time9">
            <a:extLst>
              <a:ext uri="{FF2B5EF4-FFF2-40B4-BE49-F238E27FC236}">
                <a16:creationId xmlns:a16="http://schemas.microsoft.com/office/drawing/2014/main" id="{5C9361B4-FA44-4EC1-B240-9F9C0AC2E34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841736" y="301749"/>
            <a:ext cx="129844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8" name="date9">
            <a:extLst>
              <a:ext uri="{FF2B5EF4-FFF2-40B4-BE49-F238E27FC236}">
                <a16:creationId xmlns:a16="http://schemas.microsoft.com/office/drawing/2014/main" id="{F5E515CD-53AF-471E-876A-3C60F09618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841736" y="-3"/>
            <a:ext cx="1298448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5" name="time8">
            <a:extLst>
              <a:ext uri="{FF2B5EF4-FFF2-40B4-BE49-F238E27FC236}">
                <a16:creationId xmlns:a16="http://schemas.microsoft.com/office/drawing/2014/main" id="{7B759B1D-9C87-4571-BBA4-65D3AC765BE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46336" y="301749"/>
            <a:ext cx="129844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4" name="date8">
            <a:extLst>
              <a:ext uri="{FF2B5EF4-FFF2-40B4-BE49-F238E27FC236}">
                <a16:creationId xmlns:a16="http://schemas.microsoft.com/office/drawing/2014/main" id="{F0148196-878A-4CB7-B26B-D98590A83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46336" y="-3"/>
            <a:ext cx="1298448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3" name="time7"/>
          <p:cNvSpPr>
            <a:spLocks noGrp="1"/>
          </p:cNvSpPr>
          <p:nvPr>
            <p:ph type="body" sz="quarter" idx="39" hasCustomPrompt="1"/>
          </p:nvPr>
        </p:nvSpPr>
        <p:spPr>
          <a:xfrm>
            <a:off x="8247888" y="301752"/>
            <a:ext cx="129844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2" name="date7"/>
          <p:cNvSpPr>
            <a:spLocks noGrp="1"/>
          </p:cNvSpPr>
          <p:nvPr>
            <p:ph type="body" sz="quarter" idx="38" hasCustomPrompt="1"/>
          </p:nvPr>
        </p:nvSpPr>
        <p:spPr>
          <a:xfrm>
            <a:off x="8247888" y="0"/>
            <a:ext cx="1298448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6949440" y="301752"/>
            <a:ext cx="129844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6949440" y="0"/>
            <a:ext cx="1298448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5650992" y="301752"/>
            <a:ext cx="129844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5650992" y="0"/>
            <a:ext cx="1298448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4352544" y="301752"/>
            <a:ext cx="129844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4352544" y="0"/>
            <a:ext cx="1298448" cy="30175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3054096" y="301752"/>
            <a:ext cx="129844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3054096" y="0"/>
            <a:ext cx="129844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1755648" y="301752"/>
            <a:ext cx="129844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1755648" y="0"/>
            <a:ext cx="129844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29844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29844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435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ip8">
            <a:extLst>
              <a:ext uri="{FF2B5EF4-FFF2-40B4-BE49-F238E27FC236}">
                <a16:creationId xmlns:a16="http://schemas.microsoft.com/office/drawing/2014/main" id="{BC620944-D33A-4511-A5F1-7EE9F532AD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698480" y="-3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mip7"/>
          <p:cNvSpPr>
            <a:spLocks noGrp="1"/>
          </p:cNvSpPr>
          <p:nvPr>
            <p:ph type="pic" sz="quarter" idx="37"/>
          </p:nvPr>
        </p:nvSpPr>
        <p:spPr>
          <a:xfrm>
            <a:off x="923544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777240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630936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484632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338328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192024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time8">
            <a:extLst>
              <a:ext uri="{FF2B5EF4-FFF2-40B4-BE49-F238E27FC236}">
                <a16:creationId xmlns:a16="http://schemas.microsoft.com/office/drawing/2014/main" id="{7B759B1D-9C87-4571-BBA4-65D3AC765BE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98480" y="301749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4" name="date8">
            <a:extLst>
              <a:ext uri="{FF2B5EF4-FFF2-40B4-BE49-F238E27FC236}">
                <a16:creationId xmlns:a16="http://schemas.microsoft.com/office/drawing/2014/main" id="{F0148196-878A-4CB7-B26B-D98590A83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98480" y="-3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3" name="time7"/>
          <p:cNvSpPr>
            <a:spLocks noGrp="1"/>
          </p:cNvSpPr>
          <p:nvPr>
            <p:ph type="body" sz="quarter" idx="39" hasCustomPrompt="1"/>
          </p:nvPr>
        </p:nvSpPr>
        <p:spPr>
          <a:xfrm>
            <a:off x="923544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2" name="date7"/>
          <p:cNvSpPr>
            <a:spLocks noGrp="1"/>
          </p:cNvSpPr>
          <p:nvPr>
            <p:ph type="body" sz="quarter" idx="38" hasCustomPrompt="1"/>
          </p:nvPr>
        </p:nvSpPr>
        <p:spPr>
          <a:xfrm>
            <a:off x="923544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777240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777240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630936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630936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484632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484632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3383280" y="301752"/>
            <a:ext cx="146304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3383280" y="0"/>
            <a:ext cx="146304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1920240" y="301752"/>
            <a:ext cx="146304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1920240" y="0"/>
            <a:ext cx="146304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46304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46304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322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mip7"/>
          <p:cNvSpPr>
            <a:spLocks noGrp="1"/>
          </p:cNvSpPr>
          <p:nvPr>
            <p:ph type="pic" sz="quarter" idx="37"/>
          </p:nvPr>
        </p:nvSpPr>
        <p:spPr>
          <a:xfrm>
            <a:off x="10442448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8778240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7114032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5449824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3785616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121408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time7"/>
          <p:cNvSpPr>
            <a:spLocks noGrp="1"/>
          </p:cNvSpPr>
          <p:nvPr>
            <p:ph type="body" sz="quarter" idx="39" hasCustomPrompt="1"/>
          </p:nvPr>
        </p:nvSpPr>
        <p:spPr>
          <a:xfrm>
            <a:off x="10442448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2" name="date7"/>
          <p:cNvSpPr>
            <a:spLocks noGrp="1"/>
          </p:cNvSpPr>
          <p:nvPr>
            <p:ph type="body" sz="quarter" idx="38" hasCustomPrompt="1"/>
          </p:nvPr>
        </p:nvSpPr>
        <p:spPr>
          <a:xfrm>
            <a:off x="10442448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8778240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8778240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7114032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7114032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5449824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5449824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3785616" y="301752"/>
            <a:ext cx="166420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3785616" y="0"/>
            <a:ext cx="1664208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121408" y="301752"/>
            <a:ext cx="166420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121408" y="0"/>
            <a:ext cx="1664208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66420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664208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67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10195560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8247888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6300216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4352544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404872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10195560" y="301752"/>
            <a:ext cx="194767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10195560" y="0"/>
            <a:ext cx="1947672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8247888" y="0"/>
            <a:ext cx="1947672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8247888" y="301752"/>
            <a:ext cx="194767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6300216" y="0"/>
            <a:ext cx="1947672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6300216" y="301752"/>
            <a:ext cx="194767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4352544" y="301752"/>
            <a:ext cx="194767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4352544" y="0"/>
            <a:ext cx="1947672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404872" y="301752"/>
            <a:ext cx="194767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404872" y="0"/>
            <a:ext cx="1947672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94767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947672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880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9823704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7476744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5135880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795016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9829800" y="0"/>
            <a:ext cx="2340864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9823704" y="301752"/>
            <a:ext cx="2340864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7482840" y="0"/>
            <a:ext cx="2340864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7482840" y="301752"/>
            <a:ext cx="2340864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5141976" y="301752"/>
            <a:ext cx="2340864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5141976" y="0"/>
            <a:ext cx="2340864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801112" y="301752"/>
            <a:ext cx="2340864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801112" y="0"/>
            <a:ext cx="2340864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2340864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2340864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5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88036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772668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530352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7726680" y="0"/>
            <a:ext cx="242316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7726680" y="301752"/>
            <a:ext cx="242316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5303520" y="301752"/>
            <a:ext cx="242316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5303520" y="0"/>
            <a:ext cx="242316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880360" y="301752"/>
            <a:ext cx="242316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880360" y="0"/>
            <a:ext cx="242316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301752"/>
            <a:ext cx="242316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0"/>
            <a:ext cx="242316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632960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400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9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g-cor-ax-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es"/>
          <p:cNvSpPr>
            <a:spLocks noGrp="1"/>
          </p:cNvSpPr>
          <p:nvPr>
            <p:ph type="body" sz="quarter" idx="18" hasCustomPrompt="1"/>
          </p:nvPr>
        </p:nvSpPr>
        <p:spPr>
          <a:xfrm>
            <a:off x="78059" y="2285999"/>
            <a:ext cx="2765502" cy="4471639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Notes about this location…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tonly"/>
          <p:cNvSpPr>
            <a:spLocks noGrp="1"/>
          </p:cNvSpPr>
          <p:nvPr>
            <p:ph type="pic" sz="quarter" idx="15"/>
          </p:nvPr>
        </p:nvSpPr>
        <p:spPr>
          <a:xfrm>
            <a:off x="2926080" y="4572000"/>
            <a:ext cx="6912864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nmonly"/>
          <p:cNvSpPr>
            <a:spLocks noGrp="1"/>
          </p:cNvSpPr>
          <p:nvPr>
            <p:ph type="pic" sz="quarter" idx="14"/>
          </p:nvPr>
        </p:nvSpPr>
        <p:spPr>
          <a:xfrm>
            <a:off x="2926080" y="2286000"/>
            <a:ext cx="6912864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nmct"/>
          <p:cNvSpPr>
            <a:spLocks noGrp="1"/>
          </p:cNvSpPr>
          <p:nvPr>
            <p:ph type="pic" sz="quarter" idx="13"/>
          </p:nvPr>
        </p:nvSpPr>
        <p:spPr>
          <a:xfrm>
            <a:off x="2926080" y="0"/>
            <a:ext cx="7086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me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388884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4" name="date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893399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5" name="subjid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97914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546D1-6B75-4DC4-A52B-8C56F062FBD3}" type="datetimeFigureOut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CECB3-A603-4435-8022-3126493A0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6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2" r:id="rId7"/>
    <p:sldLayoutId id="2147483653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A9CBEDD0-1015-4520-A1E1-0F99B31263BC}" vid="{CDB28F54-630D-4FCC-BB8D-20C5ACC7B8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62521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>Cold Spring Harbor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imageanalysis</dc:creator>
  <cp:lastModifiedBy>Joseph Merrill</cp:lastModifiedBy>
  <cp:revision>86</cp:revision>
  <dcterms:created xsi:type="dcterms:W3CDTF">2018-11-13T15:37:56Z</dcterms:created>
  <dcterms:modified xsi:type="dcterms:W3CDTF">2026-07-15T15:38:43Z</dcterms:modified>
</cp:coreProperties>
</file>