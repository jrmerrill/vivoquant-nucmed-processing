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7975" autoAdjust="0"/>
    <p:restoredTop sz="93060" autoAdjust="0"/>
  </p:normalViewPr>
  <p:slideViewPr>
    <p:cSldViewPr snapToGrid="0">
      <p:cViewPr varScale="1">
        <p:scale>
          <a:sx n="103" d="100"/>
          <a:sy n="103" d="100"/>
        </p:scale>
        <p:origin x="126" y="23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p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tmipscale"/>
          <p:cNvSpPr>
            <a:spLocks noGrp="1"/>
          </p:cNvSpPr>
          <p:nvPr>
            <p:ph type="body" sz="quarter" idx="21" hasCustomPrompt="1"/>
          </p:nvPr>
        </p:nvSpPr>
        <p:spPr>
          <a:xfrm>
            <a:off x="5852544" y="6367110"/>
            <a:ext cx="2926080" cy="490889"/>
          </a:xfrm>
        </p:spPr>
        <p:txBody>
          <a:bodyPr>
            <a:normAutofit/>
          </a:bodyPr>
          <a:lstStyle>
            <a:lvl1pPr marL="0" indent="0" algn="ctr">
              <a:buNone/>
              <a:defRPr sz="24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19" name="2"/>
          <p:cNvSpPr>
            <a:spLocks noGrp="1"/>
          </p:cNvSpPr>
          <p:nvPr>
            <p:ph type="media" sz="quarter" idx="22"/>
          </p:nvPr>
        </p:nvSpPr>
        <p:spPr>
          <a:xfrm>
            <a:off x="5852160" y="0"/>
            <a:ext cx="2926849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2926080" y="6367111"/>
            <a:ext cx="2926080" cy="490889"/>
          </a:xfrm>
        </p:spPr>
        <p:txBody>
          <a:bodyPr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11" name="1"/>
          <p:cNvSpPr>
            <a:spLocks noGrp="1"/>
          </p:cNvSpPr>
          <p:nvPr>
            <p:ph type="pic" sz="quarter" idx="18"/>
          </p:nvPr>
        </p:nvSpPr>
        <p:spPr>
          <a:xfrm>
            <a:off x="2926080" y="0"/>
            <a:ext cx="292608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429000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  <p:sp>
        <p:nvSpPr>
          <p:cNvPr id="7" name="date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2938111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08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mip8">
            <a:extLst>
              <a:ext uri="{FF2B5EF4-FFF2-40B4-BE49-F238E27FC236}">
                <a16:creationId xmlns:a16="http://schemas.microsoft.com/office/drawing/2014/main" id="{BC620944-D33A-4511-A5F1-7EE9F532AD8C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10698480" y="-3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923544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777240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630936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484632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338328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1920240" y="0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46304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5" name="time8">
            <a:extLst>
              <a:ext uri="{FF2B5EF4-FFF2-40B4-BE49-F238E27FC236}">
                <a16:creationId xmlns:a16="http://schemas.microsoft.com/office/drawing/2014/main" id="{7B759B1D-9C87-4571-BBA4-65D3AC765BE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98480" y="301749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4" name="date8">
            <a:extLst>
              <a:ext uri="{FF2B5EF4-FFF2-40B4-BE49-F238E27FC236}">
                <a16:creationId xmlns:a16="http://schemas.microsoft.com/office/drawing/2014/main" id="{F0148196-878A-4CB7-B26B-D98590A832E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98480" y="-3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923544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923544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777240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777240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630936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630936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4846320" y="301752"/>
            <a:ext cx="146304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4846320" y="0"/>
            <a:ext cx="146304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3383280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3383280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1920240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1920240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46304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46304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24322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mip7"/>
          <p:cNvSpPr>
            <a:spLocks noGrp="1"/>
          </p:cNvSpPr>
          <p:nvPr>
            <p:ph type="pic" sz="quarter" idx="37"/>
          </p:nvPr>
        </p:nvSpPr>
        <p:spPr>
          <a:xfrm>
            <a:off x="10442448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8778240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7114032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5449824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3785616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121408" y="0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664208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3" name="time7"/>
          <p:cNvSpPr>
            <a:spLocks noGrp="1"/>
          </p:cNvSpPr>
          <p:nvPr>
            <p:ph type="body" sz="quarter" idx="39" hasCustomPrompt="1"/>
          </p:nvPr>
        </p:nvSpPr>
        <p:spPr>
          <a:xfrm>
            <a:off x="10442448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32" name="date7"/>
          <p:cNvSpPr>
            <a:spLocks noGrp="1"/>
          </p:cNvSpPr>
          <p:nvPr>
            <p:ph type="body" sz="quarter" idx="38" hasCustomPrompt="1"/>
          </p:nvPr>
        </p:nvSpPr>
        <p:spPr>
          <a:xfrm>
            <a:off x="10442448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8778240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8778240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7114032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7114032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5449824" y="301752"/>
            <a:ext cx="1664208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5449824" y="0"/>
            <a:ext cx="1664208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3785616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3785616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121408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121408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664208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664208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26783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mip6"/>
          <p:cNvSpPr>
            <a:spLocks noGrp="1"/>
          </p:cNvSpPr>
          <p:nvPr>
            <p:ph type="pic" sz="quarter" idx="34"/>
          </p:nvPr>
        </p:nvSpPr>
        <p:spPr>
          <a:xfrm>
            <a:off x="10195560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8247888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6300216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4352544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404872" y="0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1947672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31" name="time6"/>
          <p:cNvSpPr>
            <a:spLocks noGrp="1"/>
          </p:cNvSpPr>
          <p:nvPr>
            <p:ph type="body" sz="quarter" idx="36" hasCustomPrompt="1"/>
          </p:nvPr>
        </p:nvSpPr>
        <p:spPr>
          <a:xfrm>
            <a:off x="10195560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9" name="date6"/>
          <p:cNvSpPr>
            <a:spLocks noGrp="1"/>
          </p:cNvSpPr>
          <p:nvPr>
            <p:ph type="body" sz="quarter" idx="35" hasCustomPrompt="1"/>
          </p:nvPr>
        </p:nvSpPr>
        <p:spPr>
          <a:xfrm>
            <a:off x="10195560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8247888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8247888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6300216" y="0"/>
            <a:ext cx="1947672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6300216" y="301752"/>
            <a:ext cx="1947672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4352544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4352544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404872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404872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1947672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1947672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9880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mip5"/>
          <p:cNvSpPr>
            <a:spLocks noGrp="1"/>
          </p:cNvSpPr>
          <p:nvPr>
            <p:ph type="pic" sz="quarter" idx="31"/>
          </p:nvPr>
        </p:nvSpPr>
        <p:spPr>
          <a:xfrm>
            <a:off x="9823704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7476744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5135880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795016" y="0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-3"/>
            <a:ext cx="2340864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9" name="date5"/>
          <p:cNvSpPr>
            <a:spLocks noGrp="1"/>
          </p:cNvSpPr>
          <p:nvPr>
            <p:ph type="body" sz="quarter" idx="32" hasCustomPrompt="1"/>
          </p:nvPr>
        </p:nvSpPr>
        <p:spPr>
          <a:xfrm>
            <a:off x="9829800" y="0"/>
            <a:ext cx="2340864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0" name="time5"/>
          <p:cNvSpPr>
            <a:spLocks noGrp="1"/>
          </p:cNvSpPr>
          <p:nvPr>
            <p:ph type="body" sz="quarter" idx="33" hasCustomPrompt="1"/>
          </p:nvPr>
        </p:nvSpPr>
        <p:spPr>
          <a:xfrm>
            <a:off x="9823704" y="301752"/>
            <a:ext cx="2340864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7482840" y="0"/>
            <a:ext cx="2340864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7482840" y="301752"/>
            <a:ext cx="2340864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5141976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5141976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801112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801112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60248" y="301752"/>
            <a:ext cx="2340864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60248" y="0"/>
            <a:ext cx="2340864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843272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398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05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mip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ip2"/>
          <p:cNvSpPr>
            <a:spLocks noGrp="1"/>
          </p:cNvSpPr>
          <p:nvPr>
            <p:ph type="pic" sz="quarter" idx="21"/>
          </p:nvPr>
        </p:nvSpPr>
        <p:spPr>
          <a:xfrm>
            <a:off x="288036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1" name="mip1"/>
          <p:cNvSpPr>
            <a:spLocks noGrp="1"/>
          </p:cNvSpPr>
          <p:nvPr>
            <p:ph type="pic" sz="quarter" idx="18"/>
          </p:nvPr>
        </p:nvSpPr>
        <p:spPr>
          <a:xfrm>
            <a:off x="45720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4" name="mip4"/>
          <p:cNvSpPr>
            <a:spLocks noGrp="1"/>
          </p:cNvSpPr>
          <p:nvPr>
            <p:ph type="pic" sz="quarter" idx="23"/>
          </p:nvPr>
        </p:nvSpPr>
        <p:spPr>
          <a:xfrm>
            <a:off x="772668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13" name="mip3"/>
          <p:cNvSpPr>
            <a:spLocks noGrp="1"/>
          </p:cNvSpPr>
          <p:nvPr>
            <p:ph type="pic" sz="quarter" idx="22"/>
          </p:nvPr>
        </p:nvSpPr>
        <p:spPr>
          <a:xfrm>
            <a:off x="5303520" y="0"/>
            <a:ext cx="242316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6" name="date4"/>
          <p:cNvSpPr>
            <a:spLocks noGrp="1"/>
          </p:cNvSpPr>
          <p:nvPr>
            <p:ph type="body" sz="quarter" idx="29" hasCustomPrompt="1"/>
          </p:nvPr>
        </p:nvSpPr>
        <p:spPr>
          <a:xfrm>
            <a:off x="7726680" y="0"/>
            <a:ext cx="2423160" cy="301752"/>
          </a:xfrm>
        </p:spPr>
        <p:txBody>
          <a:bodyPr anchor="b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7" name="time4"/>
          <p:cNvSpPr>
            <a:spLocks noGrp="1"/>
          </p:cNvSpPr>
          <p:nvPr>
            <p:ph type="body" sz="quarter" idx="30" hasCustomPrompt="1"/>
          </p:nvPr>
        </p:nvSpPr>
        <p:spPr>
          <a:xfrm>
            <a:off x="7726680" y="301752"/>
            <a:ext cx="2423160" cy="301752"/>
          </a:xfrm>
        </p:spPr>
        <p:txBody>
          <a:bodyPr anchor="t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5" name="time3"/>
          <p:cNvSpPr>
            <a:spLocks noGrp="1"/>
          </p:cNvSpPr>
          <p:nvPr>
            <p:ph type="body" sz="quarter" idx="28" hasCustomPrompt="1"/>
          </p:nvPr>
        </p:nvSpPr>
        <p:spPr>
          <a:xfrm>
            <a:off x="530352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4" name="date3"/>
          <p:cNvSpPr>
            <a:spLocks noGrp="1"/>
          </p:cNvSpPr>
          <p:nvPr>
            <p:ph type="body" sz="quarter" idx="27" hasCustomPrompt="1"/>
          </p:nvPr>
        </p:nvSpPr>
        <p:spPr>
          <a:xfrm>
            <a:off x="530352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23" name="time2"/>
          <p:cNvSpPr>
            <a:spLocks noGrp="1"/>
          </p:cNvSpPr>
          <p:nvPr>
            <p:ph type="body" sz="quarter" idx="26" hasCustomPrompt="1"/>
          </p:nvPr>
        </p:nvSpPr>
        <p:spPr>
          <a:xfrm>
            <a:off x="288036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22" name="date2"/>
          <p:cNvSpPr>
            <a:spLocks noGrp="1"/>
          </p:cNvSpPr>
          <p:nvPr>
            <p:ph type="body" sz="quarter" idx="25" hasCustomPrompt="1"/>
          </p:nvPr>
        </p:nvSpPr>
        <p:spPr>
          <a:xfrm>
            <a:off x="288036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8" name="time1"/>
          <p:cNvSpPr>
            <a:spLocks noGrp="1"/>
          </p:cNvSpPr>
          <p:nvPr>
            <p:ph type="body" sz="quarter" idx="24" hasCustomPrompt="1"/>
          </p:nvPr>
        </p:nvSpPr>
        <p:spPr>
          <a:xfrm>
            <a:off x="457200" y="301752"/>
            <a:ext cx="2423160" cy="301752"/>
          </a:xfrm>
        </p:spPr>
        <p:txBody>
          <a:bodyPr anchor="ctr">
            <a:no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7" name="date1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0"/>
            <a:ext cx="2423160" cy="3017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</a:t>
            </a:r>
            <a:r>
              <a:rPr lang="en-US" dirty="0"/>
              <a:t>/mm/</a:t>
            </a:r>
            <a:r>
              <a:rPr lang="en-US" dirty="0" err="1"/>
              <a:t>dd</a:t>
            </a:r>
            <a:endParaRPr lang="en-US" dirty="0"/>
          </a:p>
        </p:txBody>
      </p:sp>
      <p:sp>
        <p:nvSpPr>
          <p:cNvPr id="16" name="mipscale"/>
          <p:cNvSpPr>
            <a:spLocks noGrp="1"/>
          </p:cNvSpPr>
          <p:nvPr>
            <p:ph type="body" sz="quarter" idx="20" hasCustomPrompt="1"/>
          </p:nvPr>
        </p:nvSpPr>
        <p:spPr>
          <a:xfrm>
            <a:off x="4632960" y="6263640"/>
            <a:ext cx="2926080" cy="4572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 b="1" baseline="0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SUV 0 - xx</a:t>
            </a:r>
          </a:p>
        </p:txBody>
      </p:sp>
      <p:sp>
        <p:nvSpPr>
          <p:cNvPr id="6" name="subjid"/>
          <p:cNvSpPr>
            <a:spLocks noGrp="1"/>
          </p:cNvSpPr>
          <p:nvPr>
            <p:ph type="body" sz="quarter" idx="17" hasCustomPrompt="1"/>
          </p:nvPr>
        </p:nvSpPr>
        <p:spPr>
          <a:xfrm rot="16200000">
            <a:off x="-1234440" y="3200400"/>
            <a:ext cx="2926080" cy="457200"/>
          </a:xfrm>
        </p:spPr>
        <p:txBody>
          <a:bodyPr anchor="ctr">
            <a:noAutofit/>
          </a:bodyPr>
          <a:lstStyle>
            <a:lvl1pPr marL="0" indent="0" algn="ctr">
              <a:buNone/>
              <a:defRPr sz="2800"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897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g-cor-ax-tex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notes"/>
          <p:cNvSpPr>
            <a:spLocks noGrp="1"/>
          </p:cNvSpPr>
          <p:nvPr>
            <p:ph type="body" sz="quarter" idx="18" hasCustomPrompt="1"/>
          </p:nvPr>
        </p:nvSpPr>
        <p:spPr>
          <a:xfrm>
            <a:off x="78059" y="2285999"/>
            <a:ext cx="2765502" cy="4471639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 sz="1600" i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Notes about this location…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tonly"/>
          <p:cNvSpPr>
            <a:spLocks noGrp="1"/>
          </p:cNvSpPr>
          <p:nvPr>
            <p:ph type="pic" sz="quarter" idx="15"/>
          </p:nvPr>
        </p:nvSpPr>
        <p:spPr>
          <a:xfrm>
            <a:off x="2926080" y="4572000"/>
            <a:ext cx="6912864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nmonly"/>
          <p:cNvSpPr>
            <a:spLocks noGrp="1"/>
          </p:cNvSpPr>
          <p:nvPr>
            <p:ph type="pic" sz="quarter" idx="14"/>
          </p:nvPr>
        </p:nvSpPr>
        <p:spPr>
          <a:xfrm>
            <a:off x="2926080" y="2286000"/>
            <a:ext cx="6912864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nmct"/>
          <p:cNvSpPr>
            <a:spLocks noGrp="1"/>
          </p:cNvSpPr>
          <p:nvPr>
            <p:ph type="pic" sz="quarter" idx="13"/>
          </p:nvPr>
        </p:nvSpPr>
        <p:spPr>
          <a:xfrm>
            <a:off x="2926080" y="0"/>
            <a:ext cx="7086600" cy="228600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ime"/>
          <p:cNvSpPr>
            <a:spLocks noGrp="1"/>
          </p:cNvSpPr>
          <p:nvPr>
            <p:ph type="body" sz="quarter" idx="19" hasCustomPrompt="1"/>
          </p:nvPr>
        </p:nvSpPr>
        <p:spPr>
          <a:xfrm>
            <a:off x="0" y="1388884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hhmmss</a:t>
            </a:r>
            <a:endParaRPr lang="en-US" dirty="0"/>
          </a:p>
        </p:txBody>
      </p:sp>
      <p:sp>
        <p:nvSpPr>
          <p:cNvPr id="14" name="date"/>
          <p:cNvSpPr>
            <a:spLocks noGrp="1"/>
          </p:cNvSpPr>
          <p:nvPr>
            <p:ph type="body" sz="quarter" idx="16" hasCustomPrompt="1"/>
          </p:nvPr>
        </p:nvSpPr>
        <p:spPr>
          <a:xfrm>
            <a:off x="0" y="893399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yyyymmdd</a:t>
            </a:r>
            <a:endParaRPr lang="en-US" dirty="0"/>
          </a:p>
        </p:txBody>
      </p:sp>
      <p:sp>
        <p:nvSpPr>
          <p:cNvPr id="15" name="subjid"/>
          <p:cNvSpPr>
            <a:spLocks noGrp="1"/>
          </p:cNvSpPr>
          <p:nvPr>
            <p:ph type="body" sz="quarter" idx="17" hasCustomPrompt="1"/>
          </p:nvPr>
        </p:nvSpPr>
        <p:spPr>
          <a:xfrm>
            <a:off x="0" y="397914"/>
            <a:ext cx="2926080" cy="490889"/>
          </a:xfrm>
        </p:spPr>
        <p:txBody>
          <a:bodyPr/>
          <a:lstStyle>
            <a:lvl1pPr marL="0" indent="0" algn="ctr">
              <a:buNone/>
              <a:defRPr b="1">
                <a:ln>
                  <a:solidFill>
                    <a:schemeClr val="tx1"/>
                  </a:solidFill>
                </a:ln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err="1"/>
              <a:t>subjid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2881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546D1-6B75-4DC4-A52B-8C56F062FBD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CCECB3-A603-4435-8022-3126493A0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633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55" r:id="rId3"/>
    <p:sldLayoutId id="2147483654" r:id="rId4"/>
    <p:sldLayoutId id="2147483652" r:id="rId5"/>
    <p:sldLayoutId id="2147483653" r:id="rId6"/>
    <p:sldLayoutId id="2147483651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plate.potx" id="{A9CBEDD0-1015-4520-A1E1-0F99B31263BC}" vid="{CDB28F54-630D-4FCC-BB8D-20C5ACC7B8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62511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4" baseType="lpstr">
      <vt:lpstr>Arial</vt:lpstr>
      <vt:lpstr>Calibri</vt:lpstr>
      <vt:lpstr>Calibri Light</vt:lpstr>
      <vt:lpstr>Office Theme</vt:lpstr>
    </vt:vector>
  </TitlesOfParts>
  <Company>Cold Spring Harbor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imageanalysis</dc:creator>
  <cp:lastModifiedBy>Merrill, Joseph</cp:lastModifiedBy>
  <cp:revision>84</cp:revision>
  <dcterms:created xsi:type="dcterms:W3CDTF">2018-11-13T15:37:56Z</dcterms:created>
  <dcterms:modified xsi:type="dcterms:W3CDTF">2025-09-26T16:00:39Z</dcterms:modified>
</cp:coreProperties>
</file>